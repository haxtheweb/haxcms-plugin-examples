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 xmlns:a="http://schemas.openxmlformats.org/drawing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Welcome</a:t>
            </a:r>
          </a:p>
        </p:txBody>
      </p:sp>
      <p:sp>
        <p:nvSpPr>
          <p:cNvPr id="2" name="Body"/>
          <p:cNvSpPr/>
          <p:nvPr>
            <p:ph idx="1"/>
          </p:nvPr>
        </p:nvSpPr>
        <p:txBody>
          <a:p>
            <a:pPr lvl="0"/>
            <a:r>
              <a:t>Goals for today</a:t>
            </a:r>
          </a:p>
          <a:p>
            <a:pPr lvl="0"/>
            <a:r>
              <a:t>Meet the team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Agenda</a:t>
            </a:r>
          </a:p>
        </p:txBody>
      </p:sp>
      <p:sp>
        <p:nvSpPr>
          <p:cNvPr id="2" name="Body"/>
          <p:cNvSpPr/>
          <p:nvPr>
            <p:ph idx="1"/>
          </p:nvPr>
        </p:nvSpPr>
        <p:txBody>
          <a:p>
            <a:pPr lvl="0"/>
            <a:r>
              <a:t>Morning</a:t>
            </a:r>
          </a:p>
          <a:p>
            <a:pPr lvl="1"/>
            <a:r>
              <a:t>Talks</a:t>
            </a:r>
          </a:p>
          <a:p>
            <a:pPr lvl="0"/>
            <a:r>
              <a:t>Afternoon &amp; lab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Wrap up</a:t>
            </a:r>
          </a:p>
        </p:txBody>
      </p:sp>
      <p:sp>
        <p:nvSpPr>
          <p:cNvPr id="2" name="Body"/>
          <p:cNvSpPr/>
          <p:nvPr>
            <p:ph idx="1"/>
          </p:nvPr>
        </p:nvSpPr>
        <p:txBody>
          <a:p>
            <a:pPr lvl="0"/>
            <a:r>
              <a:t>Questions?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Kickoff</dc:title>
</cp:coreProperties>
</file>